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1344275" cx="16049625"/>
  <p:notesSz cx="6858000" cy="9144000"/>
  <p:embeddedFontLst>
    <p:embeddedFont>
      <p:font typeface="Pacifico"/>
      <p:regular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573">
          <p15:clr>
            <a:srgbClr val="747775"/>
          </p15:clr>
        </p15:guide>
        <p15:guide id="2" pos="505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573" orient="horz"/>
        <p:guide pos="505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acific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3672" y="685800"/>
            <a:ext cx="485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1003672" y="685800"/>
            <a:ext cx="485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547113" y="1642202"/>
            <a:ext cx="14955300" cy="45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74200" lIns="174200" spcFirstLastPara="1" rIns="174200" wrap="square" tIns="1742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8"/>
              <a:buNone/>
              <a:defRPr sz="990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8"/>
              <a:buNone/>
              <a:defRPr sz="990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8"/>
              <a:buNone/>
              <a:defRPr sz="990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8"/>
              <a:buNone/>
              <a:defRPr sz="990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8"/>
              <a:buNone/>
              <a:defRPr sz="990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8"/>
              <a:buNone/>
              <a:defRPr sz="990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8"/>
              <a:buNone/>
              <a:defRPr sz="990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8"/>
              <a:buNone/>
              <a:defRPr sz="990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8"/>
              <a:buNone/>
              <a:defRPr sz="9908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47098" y="6250820"/>
            <a:ext cx="14955300" cy="17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4200" lIns="174200" spcFirstLastPara="1" rIns="174200" wrap="square" tIns="1742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4870929" y="10284984"/>
            <a:ext cx="9630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4200" lIns="174200" spcFirstLastPara="1" rIns="174200" wrap="square" tIns="1742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47098" y="4743819"/>
            <a:ext cx="14955300" cy="18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4200" lIns="174200" spcFirstLastPara="1" rIns="174200" wrap="square" tIns="1742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59"/>
              <a:buNone/>
              <a:defRPr sz="6859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59"/>
              <a:buNone/>
              <a:defRPr sz="6859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59"/>
              <a:buNone/>
              <a:defRPr sz="6859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59"/>
              <a:buNone/>
              <a:defRPr sz="6859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59"/>
              <a:buNone/>
              <a:defRPr sz="6859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59"/>
              <a:buNone/>
              <a:defRPr sz="6859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59"/>
              <a:buNone/>
              <a:defRPr sz="6859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59"/>
              <a:buNone/>
              <a:defRPr sz="6859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59"/>
              <a:buNone/>
              <a:defRPr sz="6859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4870929" y="10284984"/>
            <a:ext cx="9630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4200" lIns="174200" spcFirstLastPara="1" rIns="174200" wrap="square" tIns="1742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47098" y="981527"/>
            <a:ext cx="14955300" cy="12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4200" lIns="174200" spcFirstLastPara="1" rIns="174200" wrap="square" tIns="1742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47098" y="2541848"/>
            <a:ext cx="14955300" cy="75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4200" lIns="174200" spcFirstLastPara="1" rIns="174200" wrap="square" tIns="174200">
            <a:normAutofit/>
          </a:bodyPr>
          <a:lstStyle>
            <a:lvl1pPr indent="-446405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30"/>
              <a:buChar char="●"/>
              <a:defRPr sz="3430"/>
            </a:lvl1pPr>
            <a:lvl2pPr indent="-397955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7"/>
            </a:lvl2pPr>
            <a:lvl3pPr indent="-397955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7"/>
            </a:lvl3pPr>
            <a:lvl4pPr indent="-397955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7"/>
            </a:lvl4pPr>
            <a:lvl5pPr indent="-397955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7"/>
            </a:lvl5pPr>
            <a:lvl6pPr indent="-397955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7"/>
            </a:lvl6pPr>
            <a:lvl7pPr indent="-397955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7"/>
            </a:lvl7pPr>
            <a:lvl8pPr indent="-397954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7"/>
            </a:lvl8pPr>
            <a:lvl9pPr indent="-397954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7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4870929" y="10284984"/>
            <a:ext cx="9630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4200" lIns="174200" spcFirstLastPara="1" rIns="174200" wrap="square" tIns="1742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547098" y="981527"/>
            <a:ext cx="14955300" cy="12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4200" lIns="174200" spcFirstLastPara="1" rIns="174200" wrap="square" tIns="1742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547098" y="2541848"/>
            <a:ext cx="7020600" cy="75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4200" lIns="174200" spcFirstLastPara="1" rIns="174200" wrap="square" tIns="174200">
            <a:normAutofit/>
          </a:bodyPr>
          <a:lstStyle>
            <a:lvl1pPr indent="-397955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7"/>
            </a:lvl1pPr>
            <a:lvl2pPr indent="-373761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6"/>
              <a:buChar char="○"/>
              <a:defRPr sz="2286"/>
            </a:lvl2pPr>
            <a:lvl3pPr indent="-373761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6"/>
              <a:buChar char="■"/>
              <a:defRPr sz="2286"/>
            </a:lvl3pPr>
            <a:lvl4pPr indent="-373761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6"/>
              <a:buChar char="●"/>
              <a:defRPr sz="2286"/>
            </a:lvl4pPr>
            <a:lvl5pPr indent="-373761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6"/>
              <a:buChar char="○"/>
              <a:defRPr sz="2286"/>
            </a:lvl5pPr>
            <a:lvl6pPr indent="-373761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6"/>
              <a:buChar char="■"/>
              <a:defRPr sz="2286"/>
            </a:lvl6pPr>
            <a:lvl7pPr indent="-373761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6"/>
              <a:buChar char="●"/>
              <a:defRPr sz="2286"/>
            </a:lvl7pPr>
            <a:lvl8pPr indent="-373761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6"/>
              <a:buChar char="○"/>
              <a:defRPr sz="2286"/>
            </a:lvl8pPr>
            <a:lvl9pPr indent="-373761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6"/>
              <a:buChar char="■"/>
              <a:defRPr sz="2286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8481869" y="2541848"/>
            <a:ext cx="7020600" cy="75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4200" lIns="174200" spcFirstLastPara="1" rIns="174200" wrap="square" tIns="174200">
            <a:normAutofit/>
          </a:bodyPr>
          <a:lstStyle>
            <a:lvl1pPr indent="-397955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7"/>
            </a:lvl1pPr>
            <a:lvl2pPr indent="-373761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6"/>
              <a:buChar char="○"/>
              <a:defRPr sz="2286"/>
            </a:lvl2pPr>
            <a:lvl3pPr indent="-373761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6"/>
              <a:buChar char="■"/>
              <a:defRPr sz="2286"/>
            </a:lvl3pPr>
            <a:lvl4pPr indent="-373761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6"/>
              <a:buChar char="●"/>
              <a:defRPr sz="2286"/>
            </a:lvl4pPr>
            <a:lvl5pPr indent="-373761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6"/>
              <a:buChar char="○"/>
              <a:defRPr sz="2286"/>
            </a:lvl5pPr>
            <a:lvl6pPr indent="-373761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6"/>
              <a:buChar char="■"/>
              <a:defRPr sz="2286"/>
            </a:lvl6pPr>
            <a:lvl7pPr indent="-373761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6"/>
              <a:buChar char="●"/>
              <a:defRPr sz="2286"/>
            </a:lvl7pPr>
            <a:lvl8pPr indent="-373761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6"/>
              <a:buChar char="○"/>
              <a:defRPr sz="2286"/>
            </a:lvl8pPr>
            <a:lvl9pPr indent="-373761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6"/>
              <a:buChar char="■"/>
              <a:defRPr sz="2286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4870929" y="10284984"/>
            <a:ext cx="9630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4200" lIns="174200" spcFirstLastPara="1" rIns="174200" wrap="square" tIns="1742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547098" y="981527"/>
            <a:ext cx="14955300" cy="12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4200" lIns="174200" spcFirstLastPara="1" rIns="174200" wrap="square" tIns="1742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  <a:defRPr sz="5335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4870929" y="10284984"/>
            <a:ext cx="9630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4200" lIns="174200" spcFirstLastPara="1" rIns="174200" wrap="square" tIns="1742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547098" y="1225407"/>
            <a:ext cx="4928700" cy="16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174200" lIns="174200" spcFirstLastPara="1" rIns="174200" wrap="square" tIns="1742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73"/>
              <a:buNone/>
              <a:defRPr sz="457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73"/>
              <a:buNone/>
              <a:defRPr sz="457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73"/>
              <a:buNone/>
              <a:defRPr sz="457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73"/>
              <a:buNone/>
              <a:defRPr sz="457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73"/>
              <a:buNone/>
              <a:defRPr sz="457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73"/>
              <a:buNone/>
              <a:defRPr sz="457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73"/>
              <a:buNone/>
              <a:defRPr sz="457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73"/>
              <a:buNone/>
              <a:defRPr sz="457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73"/>
              <a:buNone/>
              <a:defRPr sz="4573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547098" y="3064840"/>
            <a:ext cx="4928700" cy="70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4200" lIns="174200" spcFirstLastPara="1" rIns="174200" wrap="square" tIns="174200">
            <a:normAutofit/>
          </a:bodyPr>
          <a:lstStyle>
            <a:lvl1pPr indent="-373761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6"/>
              <a:buChar char="●"/>
              <a:defRPr sz="2286"/>
            </a:lvl1pPr>
            <a:lvl2pPr indent="-373761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6"/>
              <a:buChar char="○"/>
              <a:defRPr sz="2286"/>
            </a:lvl2pPr>
            <a:lvl3pPr indent="-373761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6"/>
              <a:buChar char="■"/>
              <a:defRPr sz="2286"/>
            </a:lvl3pPr>
            <a:lvl4pPr indent="-373761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6"/>
              <a:buChar char="●"/>
              <a:defRPr sz="2286"/>
            </a:lvl4pPr>
            <a:lvl5pPr indent="-373761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6"/>
              <a:buChar char="○"/>
              <a:defRPr sz="2286"/>
            </a:lvl5pPr>
            <a:lvl6pPr indent="-373761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6"/>
              <a:buChar char="■"/>
              <a:defRPr sz="2286"/>
            </a:lvl6pPr>
            <a:lvl7pPr indent="-373761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6"/>
              <a:buChar char="●"/>
              <a:defRPr sz="2286"/>
            </a:lvl7pPr>
            <a:lvl8pPr indent="-373761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6"/>
              <a:buChar char="○"/>
              <a:defRPr sz="2286"/>
            </a:lvl8pPr>
            <a:lvl9pPr indent="-373761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6"/>
              <a:buChar char="■"/>
              <a:defRPr sz="2286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4870929" y="10284984"/>
            <a:ext cx="9630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4200" lIns="174200" spcFirstLastPara="1" rIns="174200" wrap="square" tIns="1742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860491" y="992831"/>
            <a:ext cx="11176800" cy="90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4200" lIns="174200" spcFirstLastPara="1" rIns="174200" wrap="square" tIns="1742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46"/>
              <a:buNone/>
              <a:defRPr sz="9146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46"/>
              <a:buNone/>
              <a:defRPr sz="9146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46"/>
              <a:buNone/>
              <a:defRPr sz="9146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46"/>
              <a:buNone/>
              <a:defRPr sz="9146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46"/>
              <a:buNone/>
              <a:defRPr sz="9146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46"/>
              <a:buNone/>
              <a:defRPr sz="9146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46"/>
              <a:buNone/>
              <a:defRPr sz="9146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46"/>
              <a:buNone/>
              <a:defRPr sz="9146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46"/>
              <a:buNone/>
              <a:defRPr sz="9146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4870929" y="10284984"/>
            <a:ext cx="9630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4200" lIns="174200" spcFirstLastPara="1" rIns="174200" wrap="square" tIns="1742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8024813" y="-276"/>
            <a:ext cx="8024700" cy="113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74200" lIns="174200" spcFirstLastPara="1" rIns="174200" wrap="square" tIns="174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466008" y="2719836"/>
            <a:ext cx="7100100" cy="3269400"/>
          </a:xfrm>
          <a:prstGeom prst="rect">
            <a:avLst/>
          </a:prstGeom>
          <a:noFill/>
          <a:ln>
            <a:noFill/>
          </a:ln>
        </p:spPr>
        <p:txBody>
          <a:bodyPr anchorCtr="0" anchor="b" bIns="174200" lIns="174200" spcFirstLastPara="1" rIns="174200" wrap="square" tIns="1742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2"/>
              <a:buNone/>
              <a:defRPr sz="8002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2"/>
              <a:buNone/>
              <a:defRPr sz="8002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2"/>
              <a:buNone/>
              <a:defRPr sz="8002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2"/>
              <a:buNone/>
              <a:defRPr sz="8002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2"/>
              <a:buNone/>
              <a:defRPr sz="8002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2"/>
              <a:buNone/>
              <a:defRPr sz="8002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2"/>
              <a:buNone/>
              <a:defRPr sz="8002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2"/>
              <a:buNone/>
              <a:defRPr sz="8002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2"/>
              <a:buNone/>
              <a:defRPr sz="8002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466008" y="6182338"/>
            <a:ext cx="7100100" cy="27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4200" lIns="174200" spcFirstLastPara="1" rIns="174200" wrap="square" tIns="1742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1"/>
              <a:buNone/>
              <a:defRPr sz="400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1"/>
              <a:buNone/>
              <a:defRPr sz="400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1"/>
              <a:buNone/>
              <a:defRPr sz="400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1"/>
              <a:buNone/>
              <a:defRPr sz="400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1"/>
              <a:buNone/>
              <a:defRPr sz="400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1"/>
              <a:buNone/>
              <a:defRPr sz="400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1"/>
              <a:buNone/>
              <a:defRPr sz="400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1"/>
              <a:buNone/>
              <a:defRPr sz="400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1"/>
              <a:buNone/>
              <a:defRPr sz="4001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669852" y="1596988"/>
            <a:ext cx="6734700" cy="81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4200" lIns="174200" spcFirstLastPara="1" rIns="174200" wrap="square" tIns="174200">
            <a:normAutofit/>
          </a:bodyPr>
          <a:lstStyle>
            <a:lvl1pPr indent="-446405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30"/>
              <a:buChar char="●"/>
              <a:defRPr sz="3430"/>
            </a:lvl1pPr>
            <a:lvl2pPr indent="-397955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7"/>
            </a:lvl2pPr>
            <a:lvl3pPr indent="-397955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7"/>
            </a:lvl3pPr>
            <a:lvl4pPr indent="-397955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7"/>
            </a:lvl4pPr>
            <a:lvl5pPr indent="-397955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7"/>
            </a:lvl5pPr>
            <a:lvl6pPr indent="-397955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7"/>
            </a:lvl6pPr>
            <a:lvl7pPr indent="-397955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7"/>
            </a:lvl7pPr>
            <a:lvl8pPr indent="-397954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7"/>
            </a:lvl8pPr>
            <a:lvl9pPr indent="-397954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7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4870929" y="10284984"/>
            <a:ext cx="9630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4200" lIns="174200" spcFirstLastPara="1" rIns="174200" wrap="square" tIns="1742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547098" y="9330768"/>
            <a:ext cx="10529100" cy="13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4200" lIns="174200" spcFirstLastPara="1" rIns="174200" wrap="square" tIns="1742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30"/>
              <a:buNone/>
              <a:defRPr sz="3430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4870929" y="10284984"/>
            <a:ext cx="9630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4200" lIns="174200" spcFirstLastPara="1" rIns="174200" wrap="square" tIns="1742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547098" y="2439620"/>
            <a:ext cx="14955300" cy="43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174200" lIns="174200" spcFirstLastPara="1" rIns="174200" wrap="square" tIns="1742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64"/>
              <a:buNone/>
              <a:defRPr sz="22864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64"/>
              <a:buNone/>
              <a:defRPr sz="22864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64"/>
              <a:buNone/>
              <a:defRPr sz="22864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64"/>
              <a:buNone/>
              <a:defRPr sz="22864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64"/>
              <a:buNone/>
              <a:defRPr sz="22864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64"/>
              <a:buNone/>
              <a:defRPr sz="22864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64"/>
              <a:buNone/>
              <a:defRPr sz="22864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64"/>
              <a:buNone/>
              <a:defRPr sz="22864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64"/>
              <a:buNone/>
              <a:defRPr sz="22864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547098" y="6952407"/>
            <a:ext cx="14955300" cy="28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4200" lIns="174200" spcFirstLastPara="1" rIns="174200" wrap="square" tIns="174200">
            <a:normAutofit/>
          </a:bodyPr>
          <a:lstStyle>
            <a:lvl1pPr indent="-446405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30"/>
              <a:buChar char="●"/>
              <a:defRPr sz="3430"/>
            </a:lvl1pPr>
            <a:lvl2pPr indent="-397955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7"/>
            </a:lvl2pPr>
            <a:lvl3pPr indent="-397955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7"/>
            </a:lvl3pPr>
            <a:lvl4pPr indent="-397955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7"/>
            </a:lvl4pPr>
            <a:lvl5pPr indent="-397955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7"/>
            </a:lvl5pPr>
            <a:lvl6pPr indent="-397955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7"/>
            </a:lvl6pPr>
            <a:lvl7pPr indent="-397955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7"/>
            </a:lvl7pPr>
            <a:lvl8pPr indent="-397954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7"/>
            </a:lvl8pPr>
            <a:lvl9pPr indent="-397954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7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4870929" y="10284984"/>
            <a:ext cx="9630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4200" lIns="174200" spcFirstLastPara="1" rIns="174200" wrap="square" tIns="1742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4870929" y="10284984"/>
            <a:ext cx="9630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4200" lIns="174200" spcFirstLastPara="1" rIns="174200" wrap="square" tIns="1742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47098" y="981527"/>
            <a:ext cx="14955300" cy="12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4200" lIns="174200" spcFirstLastPara="1" rIns="174200" wrap="square" tIns="1742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5"/>
              <a:buFont typeface="Arial"/>
              <a:buNone/>
              <a:defRPr b="0" i="0" sz="533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5"/>
              <a:buFont typeface="Arial"/>
              <a:buNone/>
              <a:defRPr b="0" i="0" sz="533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5"/>
              <a:buFont typeface="Arial"/>
              <a:buNone/>
              <a:defRPr b="0" i="0" sz="533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5"/>
              <a:buFont typeface="Arial"/>
              <a:buNone/>
              <a:defRPr b="0" i="0" sz="533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5"/>
              <a:buFont typeface="Arial"/>
              <a:buNone/>
              <a:defRPr b="0" i="0" sz="533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5"/>
              <a:buFont typeface="Arial"/>
              <a:buNone/>
              <a:defRPr b="0" i="0" sz="533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5"/>
              <a:buFont typeface="Arial"/>
              <a:buNone/>
              <a:defRPr b="0" i="0" sz="533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5"/>
              <a:buFont typeface="Arial"/>
              <a:buNone/>
              <a:defRPr b="0" i="0" sz="533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5"/>
              <a:buFont typeface="Arial"/>
              <a:buNone/>
              <a:defRPr b="0" i="0" sz="533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47098" y="2541848"/>
            <a:ext cx="14955300" cy="75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4200" lIns="174200" spcFirstLastPara="1" rIns="174200" wrap="square" tIns="174200">
            <a:normAutofit/>
          </a:bodyPr>
          <a:lstStyle>
            <a:lvl1pPr indent="-44640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30"/>
              <a:buFont typeface="Arial"/>
              <a:buChar char="●"/>
              <a:defRPr b="0" i="0" sz="343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795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67"/>
              <a:buFont typeface="Arial"/>
              <a:buChar char="○"/>
              <a:defRPr b="0" i="0" sz="26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7955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67"/>
              <a:buFont typeface="Arial"/>
              <a:buChar char="■"/>
              <a:defRPr b="0" i="0" sz="26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5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67"/>
              <a:buFont typeface="Arial"/>
              <a:buChar char="●"/>
              <a:defRPr b="0" i="0" sz="26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5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67"/>
              <a:buFont typeface="Arial"/>
              <a:buChar char="○"/>
              <a:defRPr b="0" i="0" sz="26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5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67"/>
              <a:buFont typeface="Arial"/>
              <a:buChar char="■"/>
              <a:defRPr b="0" i="0" sz="26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5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67"/>
              <a:buFont typeface="Arial"/>
              <a:buChar char="●"/>
              <a:defRPr b="0" i="0" sz="26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67"/>
              <a:buFont typeface="Arial"/>
              <a:buChar char="○"/>
              <a:defRPr b="0" i="0" sz="26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67"/>
              <a:buFont typeface="Arial"/>
              <a:buChar char="■"/>
              <a:defRPr b="0" i="0" sz="26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4870929" y="10284984"/>
            <a:ext cx="9630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4200" lIns="174200" spcFirstLastPara="1" rIns="174200" wrap="square" tIns="1742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4"/>
              <a:buFont typeface="Arial"/>
              <a:buNone/>
              <a:defRPr b="0" i="0" sz="190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547113" y="1642202"/>
            <a:ext cx="14955300" cy="45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74200" lIns="174200" spcFirstLastPara="1" rIns="174200" wrap="square" tIns="1742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8"/>
              <a:buNone/>
            </a:pPr>
            <a:r>
              <a:t/>
            </a:r>
            <a:endParaRPr sz="9908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47098" y="6250820"/>
            <a:ext cx="14955300" cy="17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4200" lIns="174200" spcFirstLastPara="1" rIns="174200" wrap="square" tIns="1742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35"/>
              <a:buNone/>
            </a:pPr>
            <a:r>
              <a:t/>
            </a:r>
            <a:endParaRPr sz="5335"/>
          </a:p>
        </p:txBody>
      </p:sp>
      <p:pic>
        <p:nvPicPr>
          <p:cNvPr id="56" name="Google Shape;56;p13" title="CERTIFICATE DESIGN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51070" cy="1134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5274525" y="4275000"/>
            <a:ext cx="33321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0"/>
              <a:buFont typeface="Arial"/>
              <a:buNone/>
            </a:pPr>
            <a:r>
              <a:rPr i="1" lang="en" sz="2330" u="none" cap="none" strike="noStrike">
                <a:solidFill>
                  <a:schemeClr val="dk1"/>
                </a:solidFill>
                <a:latin typeface="Pacifico"/>
                <a:ea typeface="Pacifico"/>
                <a:cs typeface="Pacifico"/>
                <a:sym typeface="Pacifico"/>
              </a:rPr>
              <a:t>{{NAME}}   </a:t>
            </a:r>
            <a:r>
              <a:rPr i="1" lang="en" sz="2330">
                <a:solidFill>
                  <a:schemeClr val="dk1"/>
                </a:solidFill>
                <a:latin typeface="Pacifico"/>
                <a:ea typeface="Pacifico"/>
                <a:cs typeface="Pacifico"/>
                <a:sym typeface="Pacifico"/>
              </a:rPr>
              <a:t>                                                        </a:t>
            </a:r>
            <a:endParaRPr i="1" sz="2330" u="none" cap="none" strike="noStrike">
              <a:solidFill>
                <a:schemeClr val="dk1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6525538" y="109440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 ID: {{CERTIFICATE_ID}}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4107750" y="1451725"/>
            <a:ext cx="1706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{{QR}}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8474625" y="4275000"/>
            <a:ext cx="19497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0"/>
              <a:buFont typeface="Arial"/>
              <a:buNone/>
            </a:pPr>
            <a:r>
              <a:rPr i="1" lang="en" sz="2330" u="none" cap="none" strike="noStrike">
                <a:solidFill>
                  <a:schemeClr val="dk1"/>
                </a:solidFill>
              </a:rPr>
              <a:t>{</a:t>
            </a:r>
            <a:r>
              <a:rPr i="1" lang="en" sz="2330" u="none" cap="none" strike="noStrike">
                <a:solidFill>
                  <a:schemeClr val="dk1"/>
                </a:solidFill>
              </a:rPr>
              <a:t>{</a:t>
            </a:r>
            <a:r>
              <a:rPr i="1" lang="en" sz="2300">
                <a:solidFill>
                  <a:schemeClr val="dk1"/>
                </a:solidFill>
              </a:rPr>
              <a:t>Course</a:t>
            </a:r>
            <a:r>
              <a:rPr i="1" lang="en" sz="2330" u="none" cap="none" strike="noStrike">
                <a:solidFill>
                  <a:schemeClr val="dk1"/>
                </a:solidFill>
              </a:rPr>
              <a:t>}}</a:t>
            </a:r>
            <a:r>
              <a:rPr i="1" lang="en" sz="2330" u="none" cap="none" strike="noStrike">
                <a:solidFill>
                  <a:schemeClr val="dk1"/>
                </a:solidFill>
              </a:rPr>
              <a:t>  </a:t>
            </a:r>
            <a:endParaRPr i="1" sz="2330" u="none" cap="none" strike="noStrike">
              <a:solidFill>
                <a:schemeClr val="dk1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9758700" y="4275000"/>
            <a:ext cx="27570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0"/>
              <a:buFont typeface="Arial"/>
              <a:buNone/>
            </a:pPr>
            <a:r>
              <a:rPr i="1" lang="en" sz="2330" u="none" cap="none" strike="noStrike">
                <a:solidFill>
                  <a:schemeClr val="dk1"/>
                </a:solidFill>
              </a:rPr>
              <a:t>{{Academic_Year}</a:t>
            </a:r>
            <a:r>
              <a:rPr i="1" lang="en" sz="2330">
                <a:solidFill>
                  <a:schemeClr val="dk1"/>
                </a:solidFill>
              </a:rPr>
              <a:t>}</a:t>
            </a:r>
            <a:endParaRPr i="1" sz="233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